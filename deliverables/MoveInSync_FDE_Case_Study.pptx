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4560"/>
                </a:solidFill>
              </a:rPr>
              <a:t>MoveInSync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FDE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4B4C8"/>
                </a:solidFill>
              </a:rPr>
              <a:t>Why Do Employees Rate This App the Way They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A0A0B9"/>
                </a:solidFill>
              </a:rPr>
              <a:t>And What Should Product &amp; Engineering Fix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Google Play · com.moveinsync.ets · 10,144 Reviews · 2018-09-12 → 2026-10-09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</a:rPr>
              <a:t>Prepared: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Employee Commute Journey &amp;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57D"/>
                </a:solidFill>
              </a:rPr>
              <a:t>MoveInSync is India's leading employee transportation management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</a:rPr>
              <a:t>🏠 Book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Employee books cab via app
Selects pickup, destination,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</a:rPr>
              <a:t>🔔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603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App confirms booking
Driver assigned, ETA shown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</a:rPr>
              <a:t>📍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Live GPS tracking
Push notifications on arrival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</a:rPr>
              <a:t>🚗 Pickup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603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Driver arrives at location
Employee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4560"/>
                </a:solidFill>
              </a:rPr>
              <a:t>🏢 Arrive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603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Trip completed
Rating &amp;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Key stakeholders: Employees (end users) · Operations team · Transport vendors · HR/IT admins · MoveInSync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The app handles: self-booking, vehicle assignment, routing, pickup tracking, safety checks, and issue escalation.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Data Sources, Collection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📦 Source: Google Play Store (com.moveinsync.ets)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🛠 Method: google-play-scraper (Python), paginated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📅 Collection date: 2026-10-10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🔢 Reviews collected: 10,144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📆 Date range: 2018-09-12 → 2026-10-09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🌏 Language: English | Country: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🔄 Sort orders: NEWEST + MOST_RELEVANT (deduplicated)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⚠️ Limitations: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• Only publicly visible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• Rolling window — not full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• Total Play Store count may be higher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• Classification is keyword-based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• No access to internal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• Android only (iOS separate)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Rating Distribution &amp; Review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4560"/>
                </a:solidFill>
              </a:rPr>
              <a:t>3.21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757D"/>
                </a:solidFill>
              </a:rPr>
              <a:t>Mean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4560"/>
                </a:solidFill>
              </a:rPr>
              <a:t>41.0%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757D"/>
                </a:solidFill>
              </a:rPr>
              <a:t>1★+2★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144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94560"/>
                </a:solidFill>
              </a:rPr>
              <a:t>10,144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C757D"/>
                </a:solidFill>
              </a:rPr>
              <a:t>Reviews Analyzed</a:t>
            </a:r>
          </a:p>
        </p:txBody>
      </p:sp>
      <p:pic>
        <p:nvPicPr>
          <p:cNvPr id="9" name="Picture 8" descr="01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4560"/>
            <a:ext cx="11612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Monthly Volume &amp; Rating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7D"/>
                </a:solidFill>
              </a:rPr>
              <a:t>Review volume and mean rating over time. Low-star share is consistently elevated.</a:t>
            </a:r>
          </a:p>
        </p:txBody>
      </p:sp>
      <p:pic>
        <p:nvPicPr>
          <p:cNvPr id="4" name="Picture 3" descr="02_month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11612880" cy="3200400"/>
          </a:xfrm>
          <a:prstGeom prst="rect">
            <a:avLst/>
          </a:prstGeom>
        </p:spPr>
      </p:pic>
      <p:pic>
        <p:nvPicPr>
          <p:cNvPr id="5" name="Picture 4" descr="03_lowstar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1161288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Most Common Complaint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Multi-label keyword classification across 14 categories. One review can match multiple categories.</a:t>
            </a:r>
          </a:p>
        </p:txBody>
      </p:sp>
      <p:pic>
        <p:nvPicPr>
          <p:cNvPr id="4" name="Picture 3" descr="04_category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11795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🔴 Issue #1: GPS / Live Location Inaccuracy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Evidence (from 1,295 reviews):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642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"the update is worse. it wont let you track the location of the van under an hour"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396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"cab's location is not appropriate"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151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"map gets stuck, which can cause delays"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06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Root-cause hypotheses: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GPS ping interval too infrequent on driver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Location events delayed in backend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1713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UI renders cached position, not latest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9262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Validation required: GPS event latency logs, ETA vs actual arrival comparison</a:t>
            </a:r>
          </a:p>
        </p:txBody>
      </p:sp>
      <p:pic>
        <p:nvPicPr>
          <p:cNvPr id="12" name="Picture 11" descr="05_category_by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🔴 Issue #2: Crashes, Freezes &amp; Login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Evidence (from 921 reviews):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642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"app crashing every time I open it"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396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"OTP not received, cannot login"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151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"app freezes mid-trip, had to restart"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906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Root-cause hypotheses: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Memory leak or ANR on main thread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416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OTP SMS delivery failure (single provider)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1713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Unhandled exception on network timeout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9262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Fix: Crashlytics instrumentation; ANR fix; OTP fallback</a:t>
            </a:r>
          </a:p>
        </p:txBody>
      </p:sp>
      <p:pic>
        <p:nvPicPr>
          <p:cNvPr id="12" name="Picture 11" descr="06a_top_uni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931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Root-Cause Hypotheses &amp; Validation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Validation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GPS Inaccuracy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373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1,295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7373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Stale cache, slow pings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Location event latency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Crash/Freeze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921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603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ANR, memory leak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60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Crashlytics stack traces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245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832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Doze mode, no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FCM delivery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062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 Driver Assigned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1,519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062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Silent pool exhaustion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06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Assignment success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029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No-show Dispute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029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129 reviews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5029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Tight geofence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29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Geofence radius vs disputes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Prioritization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C757D"/>
                </a:solidFill>
              </a:rPr>
              <a:t>Scoring: Severity × Frequency × Confidence ÷ Implementation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P1 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GPS / Live Location Stale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1,295 (12.8%)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116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974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P2 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974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App Crash / Freeze /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974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921 (9.1%)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974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3832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P3 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3832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Push Notification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832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245 (2.4%)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832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3832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3832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069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P4 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0690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Driver Not Assigned (Silent)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0690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1,519 (15.0%)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690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690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0690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7548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P5 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548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No-show Disputes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754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129 (1.3%)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54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754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4406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P6 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44068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Support Unresponsive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4406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414 (4.1%)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406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4406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440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Proposed Fixes &amp;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[GPS]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Reduce ping interval; staleness indicator; alert if &gt;60s stale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95% locations fresh &lt;30s; ETA error &lt;3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3055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[Crashes]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3055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Crashlytics; fix top ANR paths; add OTP fallback 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13055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Crash-free sessions &gt;99.5%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[Notifications]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8950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SMS fallback; Doze-mode testing; monitor FCM delivery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88950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Delivery rate &gt;99% within 60s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48456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[Assignment]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64845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Show 'no driver' state; early re-dispatch or alternate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648456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Driver assigned &lt;5 min for 95% 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[No-show]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0740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Expand geofence; grace window; in-app dispute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40740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Disputed no-shows &lt;1% of trips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5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[Support]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66359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In-app ticket tracking; SLA visible to employee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16635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CSAT &gt;80%; first response &lt;2h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30-Day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3716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Deploy Crashlytics · Fix top 3 ANR paths · Add OTP SMS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30552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Week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3055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Reduce GPS ping interval · Add location staleness indicator in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9504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88950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SMS push fallback · Doze-mode testing · FCM delivery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48456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64845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Show 'No driver available' state · Add re-dispatch timer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07408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</a:rPr>
              <a:t>Week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40740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Expand geofence · Grace window · In-app dispute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59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98DB"/>
                </a:solidFill>
              </a:rPr>
              <a:t>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16635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In-app helpdesk integration · Ticket status visible · SLA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0B9"/>
                </a:solidFill>
              </a:rPr>
              <a:t>Monitoring: Re-run collection pipeline weekly · Track category trend · Dashboard refresh monthly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